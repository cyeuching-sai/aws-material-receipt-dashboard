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kk00\AppData\Local\Temp\aws-github-public-deck-flattened\slide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kk00\AppData\Local\Temp\aws-github-public-deck-flattened\slide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kk00\AppData\Local\Temp\aws-github-public-deck-flattened\slide-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kk00\AppData\Local\Temp\aws-github-public-deck-flattened\slide-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kk00\AppData\Local\Temp\aws-github-public-deck-flattened\slide-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kk00\AppData\Local\Temp\aws-github-public-deck-flattened\slide-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kk00\AppData\Local\Temp\aws-github-public-deck-flattened\slide-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kk00\AppData\Local\Temp\aws-github-public-deck-flattened\slide-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kk00\AppData\Local\Temp\aws-github-public-deck-flattened\slide-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kk00\AppData\Local\Temp\aws-github-public-deck-flattened\slide-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kk00\AppData\Local\Temp\aws-github-public-deck-flattened\slide-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kk00\AppData\Local\Temp\aws-github-public-deck-flattened\slide-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kk00\AppData\Local\Temp\aws-github-public-deck-flattened\slide-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kk00\AppData\Local\Temp\aws-github-public-deck-flattened\slide-1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kk00\AppData\Local\Temp\aws-github-public-deck-flattened\slide-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kk00\AppData\Local\Temp\aws-github-public-deck-flattened\slide-1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kk00\AppData\Local\Temp\aws-github-public-deck-flattened\slide-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kkk00\AppData\Local\Temp\aws-github-public-deck-flattened\slide-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Open-source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Material Receipt Dashboard</dc:title>
  <dc:subject>Public-safe project presentation</dc:subject>
  <dc:creator>AWS Material Receipt Dashboard</dc:creator>
  <cp:lastModifiedBy>AWS Material Receipt Dashboard</cp:lastModifiedBy>
  <cp:revision>1</cp:revision>
  <dcterms:created xsi:type="dcterms:W3CDTF">2026-10-23T02:22:33Z</dcterms:created>
  <dcterms:modified xsi:type="dcterms:W3CDTF">2026-10-23T02:22:33Z</dcterms:modified>
</cp:coreProperties>
</file>